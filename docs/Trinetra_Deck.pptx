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B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6B7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H2S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A1407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2631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6B78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≈8×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0C1612"/>
          </a:solidFill>
          <a:ln w="12700">
            <a:solidFill>
              <a:srgbClr val="3A9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sourced,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 tags @ 1 Hz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single node — the engine is O(zones) per frame, one instance per plant (fleet view above). No GPU in the life-safety path.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2026-06-22T21:12:39Z</dcterms:created>
  <dcterms:modified xsi:type="dcterms:W3CDTF">2026-06-22T21:12:39Z</dcterms:modified>
</cp:coreProperties>
</file>