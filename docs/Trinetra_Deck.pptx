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B3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6B788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3A9D8C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9D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worker &amp; zone intrusion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B3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90F12"/>
          </a:solidFill>
          <a:ln w="12700">
            <a:solidFill>
              <a:srgbClr val="FB3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B3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H2S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A1407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0C1218"/>
          </a:solidFill>
          <a:ln w="12700">
            <a:solidFill>
              <a:srgbClr val="E8862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86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ACTIONS AUTO-INITIATED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11 hard negatives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0C1218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2631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6B788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B3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3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≈8×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0C1612"/>
          </a:solidFill>
          <a:ln w="12700">
            <a:solidFill>
              <a:srgbClr val="3A9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A9D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sourced,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EAF2F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E8862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862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0C1218"/>
          </a:solidFill>
          <a:ln w="12700">
            <a:solidFill>
              <a:srgbClr val="34D3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~10,000 tags @ 1 Hz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single node — the engine is O(zones) per frame, one instance per plant (fleet view above). No GPU in the life-safety path.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0161E"/>
          </a:solidFill>
          <a:ln w="12700">
            <a:solidFill>
              <a:srgbClr val="2631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34D3B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34D3B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34D3BD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AF2F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34D3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2026-06-22T21:00:58Z</dcterms:created>
  <dcterms:modified xsi:type="dcterms:W3CDTF">2026-06-22T21:00:58Z</dcterms:modified>
</cp:coreProperties>
</file>